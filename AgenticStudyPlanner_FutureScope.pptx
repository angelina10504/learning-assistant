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2286000" cy="347472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49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•  END-SEM VISION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Study Planner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Planned Enhancements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035808"/>
            <a:ext cx="38404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AI-powered learning with structured teacher oversight — what comes next.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2194560" cy="86868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7947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17520" y="3749040"/>
            <a:ext cx="2194560" cy="86868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37947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01752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3749040"/>
            <a:ext cx="2194560" cy="86868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37947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7784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Visibility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Angelina  |  Pre-Final Year  | 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→ End-Sem progression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—  END-SEM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2860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(Current)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0" y="1051560"/>
            <a:ext cx="228600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END-SEM (Target)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362456"/>
            <a:ext cx="822960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1289304"/>
            <a:ext cx="219456" cy="219456"/>
          </a:xfrm>
          <a:prstGeom prst="ellipse">
            <a:avLst/>
          </a:prstGeom>
          <a:solidFill>
            <a:srgbClr val="6366F1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289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59152" y="1289304"/>
            <a:ext cx="219456" cy="219456"/>
          </a:xfrm>
          <a:prstGeom prst="ellipse">
            <a:avLst/>
          </a:prstGeom>
          <a:solidFill>
            <a:srgbClr val="6366F1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1289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05072" y="1289304"/>
            <a:ext cx="219456" cy="219456"/>
          </a:xfrm>
          <a:prstGeom prst="ellipse">
            <a:avLst/>
          </a:prstGeom>
          <a:solidFill>
            <a:srgbClr val="111827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50992" y="1289304"/>
            <a:ext cx="219456" cy="219456"/>
          </a:xfrm>
          <a:prstGeom prst="ellipse">
            <a:avLst/>
          </a:prstGeom>
          <a:solidFill>
            <a:srgbClr val="111827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96912" y="1289304"/>
            <a:ext cx="219456" cy="219456"/>
          </a:xfrm>
          <a:prstGeom prst="ellipse">
            <a:avLst/>
          </a:prstGeom>
          <a:solidFill>
            <a:srgbClr val="111827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212848"/>
            <a:ext cx="4023360" cy="269748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212848"/>
            <a:ext cx="402336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331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Now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+ automatic vectorization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 from course PDFs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Topic-by-topic AI study sessions (ReAct agent)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 detection &amp; logging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class management &amp; milestone setting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2212848"/>
            <a:ext cx="4251960" cy="269748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212848"/>
            <a:ext cx="425196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331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54880" y="274320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 heatmap for teachers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quiz generation at session end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alerts for inactive students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CSV export with full session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to teacher on syllabus gaps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study group matching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01: Topic Mastery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— Class-wide visibility at a glance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—  END-SEM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Students (rows) vs Topics (columns)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Color-coded: Green = mastered, Yellow = partial, Red = weak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automatically from AI session logs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tests or assignments needed — agent collects the data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spots class-wide patterns instantly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3611880"/>
            <a:ext cx="3200400" cy="132588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611880"/>
            <a:ext cx="3200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0416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invisible AI interactions into structured, visible data that teachers can act on — without any extra effort from students.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886968"/>
            <a:ext cx="5394960" cy="4206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91440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— MASTERY HEATMAP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252728"/>
            <a:ext cx="749808" cy="4572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59552" y="1252728"/>
            <a:ext cx="749808" cy="4572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64224" y="1252728"/>
            <a:ext cx="749808" cy="4572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68896" y="1252728"/>
            <a:ext cx="749808" cy="4572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68896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73568" y="1252728"/>
            <a:ext cx="749808" cy="4572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3568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78240" y="1252728"/>
            <a:ext cx="749808" cy="457200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125272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1801368"/>
            <a:ext cx="932688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180136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801368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8013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59552" y="1801368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18013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64224" y="1801368"/>
            <a:ext cx="749808" cy="566928"/>
          </a:xfrm>
          <a:prstGeom prst="rect">
            <a:avLst/>
          </a:prstGeom>
          <a:solidFill>
            <a:srgbClr val="EAB308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18013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68896" y="1801368"/>
            <a:ext cx="749808" cy="566928"/>
          </a:xfrm>
          <a:prstGeom prst="rect">
            <a:avLst/>
          </a:prstGeom>
          <a:solidFill>
            <a:srgbClr val="EF4444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68896" y="18013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73568" y="1801368"/>
            <a:ext cx="749808" cy="566928"/>
          </a:xfrm>
          <a:prstGeom prst="rect">
            <a:avLst/>
          </a:prstGeom>
          <a:solidFill>
            <a:srgbClr val="2A3A4A">
              <a:alpha val="8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3568" y="18013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778240" y="1801368"/>
            <a:ext cx="749808" cy="566928"/>
          </a:xfrm>
          <a:prstGeom prst="rect">
            <a:avLst/>
          </a:prstGeom>
          <a:solidFill>
            <a:srgbClr val="2A3A4A">
              <a:alpha val="8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0" y="18013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749040" y="2423160"/>
            <a:ext cx="932688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2423160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423160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423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59552" y="2423160"/>
            <a:ext cx="749808" cy="566928"/>
          </a:xfrm>
          <a:prstGeom prst="rect">
            <a:avLst/>
          </a:prstGeom>
          <a:solidFill>
            <a:srgbClr val="EAB308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59552" y="2423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64224" y="2423160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2423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68896" y="2423160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68896" y="2423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973568" y="2423160"/>
            <a:ext cx="749808" cy="566928"/>
          </a:xfrm>
          <a:prstGeom prst="rect">
            <a:avLst/>
          </a:prstGeom>
          <a:solidFill>
            <a:srgbClr val="EF4444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73568" y="2423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778240" y="2423160"/>
            <a:ext cx="749808" cy="566928"/>
          </a:xfrm>
          <a:prstGeom prst="rect">
            <a:avLst/>
          </a:prstGeom>
          <a:solidFill>
            <a:srgbClr val="2A3A4A">
              <a:alpha val="8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78240" y="2423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749040" y="3044952"/>
            <a:ext cx="932688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3044952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54880" y="3044952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04495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59552" y="3044952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59552" y="304495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64224" y="3044952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64224" y="304495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168896" y="3044952"/>
            <a:ext cx="749808" cy="566928"/>
          </a:xfrm>
          <a:prstGeom prst="rect">
            <a:avLst/>
          </a:prstGeom>
          <a:solidFill>
            <a:srgbClr val="EAB308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68896" y="304495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973568" y="3044952"/>
            <a:ext cx="749808" cy="566928"/>
          </a:xfrm>
          <a:prstGeom prst="rect">
            <a:avLst/>
          </a:prstGeom>
          <a:solidFill>
            <a:srgbClr val="EAB308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73568" y="304495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778240" y="3044952"/>
            <a:ext cx="749808" cy="566928"/>
          </a:xfrm>
          <a:prstGeom prst="rect">
            <a:avLst/>
          </a:prstGeom>
          <a:solidFill>
            <a:srgbClr val="2A3A4A">
              <a:alpha val="8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78240" y="304495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749040" y="3666744"/>
            <a:ext cx="932688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3666744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754880" y="3666744"/>
            <a:ext cx="749808" cy="566928"/>
          </a:xfrm>
          <a:prstGeom prst="rect">
            <a:avLst/>
          </a:prstGeom>
          <a:solidFill>
            <a:srgbClr val="EAB308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366674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559552" y="3666744"/>
            <a:ext cx="749808" cy="566928"/>
          </a:xfrm>
          <a:prstGeom prst="rect">
            <a:avLst/>
          </a:prstGeom>
          <a:solidFill>
            <a:srgbClr val="EF4444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59552" y="366674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64224" y="3666744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64224" y="366674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168896" y="3666744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68896" y="366674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973568" y="3666744"/>
            <a:ext cx="749808" cy="566928"/>
          </a:xfrm>
          <a:prstGeom prst="rect">
            <a:avLst/>
          </a:prstGeom>
          <a:solidFill>
            <a:srgbClr val="2A3A4A">
              <a:alpha val="8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73568" y="366674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778240" y="3666744"/>
            <a:ext cx="749808" cy="566928"/>
          </a:xfrm>
          <a:prstGeom prst="rect">
            <a:avLst/>
          </a:prstGeom>
          <a:solidFill>
            <a:srgbClr val="2A3A4A">
              <a:alpha val="8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78240" y="3666744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749040" y="4288536"/>
            <a:ext cx="932688" cy="566928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49040" y="428853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754880" y="4288536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428853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559552" y="4288536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559552" y="428853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364224" y="4288536"/>
            <a:ext cx="749808" cy="566928"/>
          </a:xfrm>
          <a:prstGeom prst="rect">
            <a:avLst/>
          </a:prstGeom>
          <a:solidFill>
            <a:srgbClr val="EF4444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64224" y="428853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168896" y="4288536"/>
            <a:ext cx="749808" cy="566928"/>
          </a:xfrm>
          <a:prstGeom prst="rect">
            <a:avLst/>
          </a:prstGeom>
          <a:solidFill>
            <a:srgbClr val="EAB308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68896" y="428853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973568" y="4288536"/>
            <a:ext cx="749808" cy="566928"/>
          </a:xfrm>
          <a:prstGeom prst="rect">
            <a:avLst/>
          </a:prstGeom>
          <a:solidFill>
            <a:srgbClr val="10B981">
              <a:alpha val="65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973568" y="428853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778240" y="4288536"/>
            <a:ext cx="749808" cy="566928"/>
          </a:xfrm>
          <a:prstGeom prst="rect">
            <a:avLst/>
          </a:prstGeom>
          <a:solidFill>
            <a:srgbClr val="2A3A4A">
              <a:alpha val="8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778240" y="4288536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840480" y="4974336"/>
            <a:ext cx="164592" cy="164592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069080" y="4956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5257800" y="4974336"/>
            <a:ext cx="164592" cy="164592"/>
          </a:xfrm>
          <a:prstGeom prst="rect">
            <a:avLst/>
          </a:prstGeom>
          <a:solidFill>
            <a:srgbClr val="EAB308">
              <a:alpha val="7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486400" y="4956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6675120" y="4974336"/>
            <a:ext cx="164592" cy="16459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903720" y="4956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02: Smart Alerts &amp; AI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teacher notifications from student session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—  END-SEM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3474720" cy="388620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34747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Tracked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155448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 Log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flags topics where student answered incorrectly 2+ times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233172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13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Inactivity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5877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hasn't opened any study session in N days before deadline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10896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90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Overdue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has not completed milestone by set deadline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388620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67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Class-Wide Pattern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1422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 of students struggling with same topic triggers a class alert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977640" y="1024128"/>
            <a:ext cx="4937760" cy="3886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 — ALERTS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0" y="1417320"/>
            <a:ext cx="4572000" cy="1024128"/>
          </a:xfrm>
          <a:prstGeom prst="rect">
            <a:avLst/>
          </a:prstGeom>
          <a:solidFill>
            <a:srgbClr val="1E2A4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0" y="1417320"/>
            <a:ext cx="45720" cy="10241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1490472"/>
            <a:ext cx="329184" cy="329184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14904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Class-Wide Alert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7720" y="1783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students are struggling with "Trees" — consider revisiting in next lecture.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82128" y="1764792"/>
            <a:ext cx="713232" cy="27432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82128" y="176479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Revision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0" y="2587752"/>
            <a:ext cx="4572000" cy="1024128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0" y="2587752"/>
            <a:ext cx="45720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2660904"/>
            <a:ext cx="329184" cy="329184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2660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17720" y="26609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Alert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17720" y="2953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has not started Milestone 2. Deadline is in 2 days.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82128" y="2935224"/>
            <a:ext cx="713232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82128" y="293522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Reminder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0" y="3758184"/>
            <a:ext cx="4572000" cy="1024128"/>
          </a:xfrm>
          <a:prstGeom prst="rect">
            <a:avLst/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114800" y="3758184"/>
            <a:ext cx="45720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06240" y="3831336"/>
            <a:ext cx="329184" cy="329184"/>
          </a:xfrm>
          <a:prstGeom prst="ellipse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06240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17720" y="3831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17720" y="41239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"Graphs" is showing low mastery. Add supplementary material or extend deadline.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882128" y="4105656"/>
            <a:ext cx="713232" cy="274320"/>
          </a:xfrm>
          <a:prstGeom prst="rect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82128" y="41056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Heatmap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03: Auto Quiz Generation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End-of-session assessment generated from course PDFs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—  END-SEM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146304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80160"/>
            <a:ext cx="146304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6968" y="1353312"/>
            <a:ext cx="329184" cy="329184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" y="1737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Session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162763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75688" y="1280160"/>
            <a:ext cx="146304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75688" y="1280160"/>
            <a:ext cx="146304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42616" y="1353312"/>
            <a:ext cx="329184" cy="329184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48840" y="1737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Questions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PDF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84448" y="162763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831336" y="1280160"/>
            <a:ext cx="146304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31336" y="1280160"/>
            <a:ext cx="146304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98264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98264" y="1353312"/>
            <a:ext cx="329184" cy="329184"/>
          </a:xfrm>
          <a:prstGeom prst="ellipse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98264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04488" y="1737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Attempts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 App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40096" y="162763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86984" y="1280160"/>
            <a:ext cx="146304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86984" y="1280160"/>
            <a:ext cx="1463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53912" y="1353312"/>
            <a:ext cx="329184" cy="329184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0136" y="1737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Answers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95744" y="1627632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342632" y="1280160"/>
            <a:ext cx="1463040" cy="1005840"/>
          </a:xfrm>
          <a:prstGeom prst="rect">
            <a:avLst/>
          </a:prstGeom>
          <a:solidFill>
            <a:srgbClr val="1E2A4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42632" y="1280160"/>
            <a:ext cx="14630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909560" y="1353312"/>
            <a:ext cx="329184" cy="329184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956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15784" y="1737360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Sees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Analytics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2468880"/>
            <a:ext cx="457200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25420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Trees (5 Questions)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29077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What is the height of a complete binary tree with 7 nodes?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" y="3227832"/>
            <a:ext cx="1234440" cy="256032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" y="3227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47088" y="3227832"/>
            <a:ext cx="1234440" cy="256032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47088" y="3227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18688" y="3227832"/>
            <a:ext cx="1234440" cy="256032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18688" y="32278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3611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Which traversal visits root, left, right?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" y="3931920"/>
            <a:ext cx="1234440" cy="256032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Inorder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847088" y="3931920"/>
            <a:ext cx="1234440" cy="256032"/>
          </a:xfrm>
          <a:prstGeom prst="rect">
            <a:avLst/>
          </a:prstGeom>
          <a:solidFill>
            <a:srgbClr val="1E2A4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47088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Postorder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18688" y="3931920"/>
            <a:ext cx="1234440" cy="256032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18688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Preorder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4572000"/>
            <a:ext cx="1097280" cy="274320"/>
          </a:xfrm>
          <a:prstGeom prst="rect">
            <a:avLst/>
          </a:prstGeom>
          <a:solidFill>
            <a:srgbClr val="22D3EE">
              <a:alpha val="8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Quiz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0" y="2468880"/>
            <a:ext cx="3840480" cy="2423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66360" y="25420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ANALYTICS — Teacher View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166360" y="29443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72200" y="3017520"/>
            <a:ext cx="20116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72200" y="3017520"/>
            <a:ext cx="1448410" cy="201168"/>
          </a:xfrm>
          <a:prstGeom prst="rect">
            <a:avLst/>
          </a:prstGeom>
          <a:solidFill>
            <a:srgbClr val="EAB308">
              <a:alpha val="8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47888" y="29992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166360" y="34472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172200" y="3520440"/>
            <a:ext cx="20116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72200" y="3520440"/>
            <a:ext cx="965606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47888" y="35021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166360" y="39502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172200" y="4023360"/>
            <a:ext cx="20116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72200" y="4023360"/>
            <a:ext cx="1830629" cy="20116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47888" y="40050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166360" y="44531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172200" y="4526280"/>
            <a:ext cx="20116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72200" y="4526280"/>
            <a:ext cx="1709928" cy="201168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47888" y="45079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04: Power BI Integration &amp; Session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export pipeline for deep teacher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—  END-SEM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114800" cy="393192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Exported to CSV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11680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 identifier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11680" y="1865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/ Class code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topicName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116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studied in session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2523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sessionDuration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11680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spent on topic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weakTopicsLogged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11680" y="28529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flagged by agent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31821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quizScore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11680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End-of-session quiz result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milestoneCompleted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11680" y="3511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status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sessionDate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01168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of session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024128"/>
            <a:ext cx="425196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0515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MOCK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Performance Overview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1737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Mastery by Topic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2007108"/>
            <a:ext cx="502920" cy="1193292"/>
          </a:xfrm>
          <a:prstGeom prst="rect">
            <a:avLst/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7510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32369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68696" y="2185416"/>
            <a:ext cx="502920" cy="1014984"/>
          </a:xfrm>
          <a:prstGeom prst="rect">
            <a:avLst/>
          </a:prstGeom>
          <a:solidFill>
            <a:srgbClr val="EAB308">
              <a:alpha val="75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68696" y="19293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68696" y="32369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36792" y="2404872"/>
            <a:ext cx="502920" cy="795528"/>
          </a:xfrm>
          <a:prstGeom prst="rect">
            <a:avLst/>
          </a:prstGeom>
          <a:solidFill>
            <a:srgbClr val="EAB308">
              <a:alpha val="75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21488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36792" y="32369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104888" y="2638044"/>
            <a:ext cx="502920" cy="562356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04888" y="238201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04888" y="32369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72984" y="2720340"/>
            <a:ext cx="502920" cy="480060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72984" y="24643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72984" y="32369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529584"/>
            <a:ext cx="1234440" cy="713232"/>
          </a:xfrm>
          <a:prstGeom prst="rect">
            <a:avLst/>
          </a:prstGeom>
          <a:solidFill>
            <a:srgbClr val="1E2A4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566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754880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Compliance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26480" y="3529584"/>
            <a:ext cx="1234440" cy="713232"/>
          </a:xfrm>
          <a:prstGeom prst="rect">
            <a:avLst/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3566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4.2h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126480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Study Time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498080" y="3529584"/>
            <a:ext cx="1234440" cy="713232"/>
          </a:xfrm>
          <a:prstGeom prst="rect">
            <a:avLst/>
          </a:prstGeom>
          <a:solidFill>
            <a:srgbClr val="1E2A4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35661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7498080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 Alerts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54880" y="4343400"/>
            <a:ext cx="1645920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4343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 →  Power BI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Features: Peer Matching + Teacher Layer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and instructor-guided learning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—  END-SEM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069080" cy="3886200"/>
          </a:xfrm>
          <a:prstGeom prst="rect">
            <a:avLst/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40690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Study Group Matching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the same weak topics are automatically suggested as study partners.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37490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9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Study Groups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468880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4871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7066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Trees, Graphs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2926080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9443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1638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Trees, DP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" y="3383280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621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Graphs, DP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977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+ Aman match on "Trees"  →  Suggested as partners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024128"/>
            <a:ext cx="4251960" cy="388620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1024128"/>
            <a:ext cx="425196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Annotation Layer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15361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can annotate topics with custom instructions that the AI agent incorporates into student sessions.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2148840"/>
            <a:ext cx="40233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148840"/>
            <a:ext cx="45720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203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24780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032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visual diagrams, not code first. Students found it abstract last sem.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136392"/>
            <a:ext cx="40233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136392"/>
            <a:ext cx="4572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1912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28032" y="34655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28032" y="3639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coin change problem. Emphasize state definition before recursion.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4123944"/>
            <a:ext cx="40233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4123944"/>
            <a:ext cx="45720" cy="868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4178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28032" y="4453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28032" y="46268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BFS/DFS animation analogy. Students struggle with visited[] array.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7315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planned enhancements at a glance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0" y="256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 —  END-SEM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160520" cy="896112"/>
          </a:xfrm>
          <a:prstGeom prst="rect">
            <a:avLst/>
          </a:prstGeom>
          <a:solidFill>
            <a:srgbClr val="1E2A45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45720" cy="8961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133856"/>
            <a:ext cx="320040" cy="256032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338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1115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Mastery Heatmap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6384" y="142646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Class-wide grid: student vs topic, color-coded, auto-populated from sessions.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024128"/>
            <a:ext cx="4160520" cy="896112"/>
          </a:xfrm>
          <a:prstGeom prst="rect">
            <a:avLst/>
          </a:prstGeom>
          <a:solidFill>
            <a:srgbClr val="1E2A45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24128"/>
            <a:ext cx="4572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7448" y="1133856"/>
            <a:ext cx="320040" cy="256032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1338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9784" y="1115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Weak Topic Alerts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29784" y="1426464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notified when &gt;40% students struggle with same topic.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011680"/>
            <a:ext cx="4160520" cy="896112"/>
          </a:xfrm>
          <a:prstGeom prst="rect">
            <a:avLst/>
          </a:prstGeom>
          <a:solidFill>
            <a:srgbClr val="1E2A45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011680"/>
            <a:ext cx="45720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121408"/>
            <a:ext cx="320040" cy="256032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1214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" y="2103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Alerts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6384" y="2414016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teacher when a student is inactive or behind on milestone deadlines.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2011680"/>
            <a:ext cx="4160520" cy="896112"/>
          </a:xfrm>
          <a:prstGeom prst="rect">
            <a:avLst/>
          </a:prstGeom>
          <a:solidFill>
            <a:srgbClr val="1E2A45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011680"/>
            <a:ext cx="45720" cy="8961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27448" y="2121408"/>
            <a:ext cx="320040" cy="256032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21214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9784" y="21031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Quiz Generation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29784" y="2414016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3-5 questions from PDF at session end; score logged for teacher.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2999232"/>
            <a:ext cx="4160520" cy="896112"/>
          </a:xfrm>
          <a:prstGeom prst="rect">
            <a:avLst/>
          </a:prstGeom>
          <a:solidFill>
            <a:srgbClr val="1E2A45"/>
          </a:solidFill>
          <a:ln w="1016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999232"/>
            <a:ext cx="4572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3108960"/>
            <a:ext cx="320040" cy="256032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1089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" y="30906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CSV Export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" y="340156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session data export: scores, durations, weak areas, milestone status.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2999232"/>
            <a:ext cx="4160520" cy="896112"/>
          </a:xfrm>
          <a:prstGeom prst="rect">
            <a:avLst/>
          </a:prstGeom>
          <a:solidFill>
            <a:srgbClr val="1E2A45"/>
          </a:solidFill>
          <a:ln w="1016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2999232"/>
            <a:ext cx="45720" cy="89611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27448" y="3108960"/>
            <a:ext cx="320040" cy="256032"/>
          </a:xfrm>
          <a:prstGeom prst="rect">
            <a:avLst/>
          </a:prstGeom>
          <a:solidFill>
            <a:srgbClr val="6366F1">
              <a:alpha val="7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27448" y="31089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29784" y="30906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to Teacher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129784" y="3401568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suggests which topics to revisit in class based on class-wide patterns.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3986784"/>
            <a:ext cx="4160520" cy="896112"/>
          </a:xfrm>
          <a:prstGeom prst="rect">
            <a:avLst/>
          </a:prstGeom>
          <a:solidFill>
            <a:srgbClr val="1E2A45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3986784"/>
            <a:ext cx="45720" cy="8961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" y="4096512"/>
            <a:ext cx="320040" cy="256032"/>
          </a:xfrm>
          <a:prstGeom prst="rect">
            <a:avLst/>
          </a:prstGeom>
          <a:solidFill>
            <a:srgbClr val="A855F7">
              <a:alpha val="7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096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6384" y="40782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Annotation Layer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86384" y="438912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adds teaching notes per topic; agent adapts its explanation style.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17720" y="3986784"/>
            <a:ext cx="4160520" cy="896112"/>
          </a:xfrm>
          <a:prstGeom prst="rect">
            <a:avLst/>
          </a:prstGeom>
          <a:solidFill>
            <a:srgbClr val="1E2A45"/>
          </a:solidFill>
          <a:ln w="1016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17720" y="3986784"/>
            <a:ext cx="45720" cy="89611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27448" y="4096512"/>
            <a:ext cx="320040" cy="256032"/>
          </a:xfrm>
          <a:prstGeom prst="rect">
            <a:avLst/>
          </a:prstGeom>
          <a:solidFill>
            <a:srgbClr val="22D3EE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7448" y="4096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29784" y="40782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Study Group Matching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129784" y="438912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shared weak topics are suggested as study partners.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End-Sem Vision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2057400"/>
            <a:ext cx="27432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system where a student can study smarter using AI, and the teacher can see exactly what's happening — without any extra effort from either side."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783080" cy="123444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91840"/>
            <a:ext cx="178308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015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3291840"/>
            <a:ext cx="1783080" cy="1234440"/>
          </a:xfrm>
          <a:prstGeom prst="rect">
            <a:avLst/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3291840"/>
            <a:ext cx="178308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4015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Teacher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291840"/>
            <a:ext cx="1783080" cy="123444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3291840"/>
            <a:ext cx="17830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4015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291840"/>
            <a:ext cx="1783080" cy="123444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3291840"/>
            <a:ext cx="1783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401568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Study Planner  |  Future Scope  |  Angelina  |  2025–26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Study Planner – Future Scope</dc:title>
  <dc:subject>PptxGenJS Presentation</dc:subject>
  <dc:creator>Angelina</dc:creator>
  <cp:lastModifiedBy>Angelina</cp:lastModifiedBy>
  <cp:revision>1</cp:revision>
  <dcterms:created xsi:type="dcterms:W3CDTF">2026-04-06T13:54:58Z</dcterms:created>
  <dcterms:modified xsi:type="dcterms:W3CDTF">2026-04-06T13:54:58Z</dcterms:modified>
</cp:coreProperties>
</file>
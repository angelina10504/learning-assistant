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2560320" cy="347472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498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•  MID-SEM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Study Planner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Personalized Learning with Teacher Analytics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36576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 |  FastAPI  |  LangChain  |  Groq LLM  |  ChromaDB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|  RAG  |  EdTech  |  Adaptive Learning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Angelina  |  Pre-Final Year  | 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</a:t>
            </a:r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Filled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research papers and existing solutions will be reviewed here.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8229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</a:t>
            </a:r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Filled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 between current AI tutoring tools and teacher oversight will be detailed here.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651760" cy="3383280"/>
          </a:xfrm>
          <a:prstGeom prst="rect">
            <a:avLst/>
          </a:prstGeom>
          <a:solidFill>
            <a:srgbClr val="1E2A4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9728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AI 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" y="263347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use ChatGPT/AI tools to study, but with no structure, no roadmap, and no topic coverage tracking.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51760" cy="338328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Teacher Visibility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64408" y="263347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have no insight into what AI-assisted interactions are happening or which topics students struggle with.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651760" cy="338328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097280"/>
            <a:ext cx="26517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4173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Adaptive Feedback Loop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63347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provide one-size-fits-all content with no personalization based on the student's weak areas.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572000"/>
            <a:ext cx="850392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Core Challenge: Bridge the gap between AI-assisted learning and structured teacher oversight.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1143000"/>
            <a:ext cx="7818120" cy="512064"/>
          </a:xfrm>
          <a:prstGeom prst="rect">
            <a:avLst/>
          </a:prstGeom>
          <a:solidFill>
            <a:srgbClr val="1E2A45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1704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AI agent that delivers personalized, topic-by-topic study sessions tailored to each student's learning plan.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57200" cy="4572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0120" y="1892808"/>
            <a:ext cx="7818120" cy="512064"/>
          </a:xfrm>
          <a:prstGeom prst="rect">
            <a:avLst/>
          </a:prstGeom>
          <a:solidFill>
            <a:srgbClr val="1E2A45"/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1920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RAG-based retrieval so the AI teaches exclusively from teacher-uploaded course materials.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70048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883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60120" y="2642616"/>
            <a:ext cx="7818120" cy="512064"/>
          </a:xfrm>
          <a:prstGeom prst="rect">
            <a:avLst/>
          </a:prstGeom>
          <a:solidFill>
            <a:srgbClr val="1E2A45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267004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weak-area detection by analyzing student responses and confidence levels during sessions.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19856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" y="3392424"/>
            <a:ext cx="7818120" cy="512064"/>
          </a:xfrm>
          <a:prstGeom prst="rect">
            <a:avLst/>
          </a:prstGeom>
          <a:solidFill>
            <a:srgbClr val="1E2A4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41985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teachers with real-time analytics: mastery heatmaps, weak topic alerts, and CSV export for Power BI.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69664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1879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4142232"/>
            <a:ext cx="7818120" cy="512064"/>
          </a:xfrm>
          <a:prstGeom prst="rect">
            <a:avLst/>
          </a:prstGeom>
          <a:solidFill>
            <a:srgbClr val="1E2A4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1696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study plan generation with milestone-based deadlines set by the teacher.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023360" cy="384048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02336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RAG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uploads course PDFs to the platform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 parses and stores file metadata in MongoDB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 chunks &amp; embeds docs using HuggingFace (all-MiniLM-L6-v2)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persisted in ChromaDB per class collection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queries → semantic search → top-k chunks retrieved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(Groq llama-3.3-70b) generates contextual response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4206240" cy="384048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097280"/>
            <a:ext cx="42062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ReAct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starts a study session for a specific topic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receives context: completed topics &amp; weak areas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determine what the student needs to learn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call tools — retrieve notes, generate questions, log weak topics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use tool output to formulate a response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Adaptive: if student struggles → log weak topic → suggest practice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—  End-to-End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2560320" cy="3931920"/>
          </a:xfrm>
          <a:prstGeom prst="rect">
            <a:avLst/>
          </a:prstGeom>
          <a:solidFill>
            <a:srgbClr val="0C1A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TEACHER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Materials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057400"/>
            <a:ext cx="36576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7744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Milestones &amp; Deadlines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463040" y="2880360"/>
            <a:ext cx="36576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20040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 for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3703320"/>
            <a:ext cx="36576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402336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63240" y="1051560"/>
            <a:ext cx="301752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078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SYSTEM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1572768"/>
            <a:ext cx="2651760" cy="530352"/>
          </a:xfrm>
          <a:prstGeom prst="rect">
            <a:avLst/>
          </a:prstGeom>
          <a:solidFill>
            <a:srgbClr val="1E2A45"/>
          </a:solidFill>
          <a:ln w="889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6093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Backend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46120" y="18470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MongoDB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26280" y="2103120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377440"/>
            <a:ext cx="2651760" cy="530352"/>
          </a:xfrm>
          <a:prstGeom prst="rect">
            <a:avLst/>
          </a:prstGeom>
          <a:solidFill>
            <a:srgbClr val="1E2A45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4140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GenAI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4612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 · Embeddings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26280" y="2907792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182112"/>
            <a:ext cx="2651760" cy="530352"/>
          </a:xfrm>
          <a:prstGeom prst="rect">
            <a:avLst/>
          </a:prstGeom>
          <a:solidFill>
            <a:srgbClr val="1E2A45"/>
          </a:solidFill>
          <a:ln w="889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2186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46120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per class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3712464"/>
            <a:ext cx="36576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46120" y="3986784"/>
            <a:ext cx="2651760" cy="530352"/>
          </a:xfrm>
          <a:prstGeom prst="rect">
            <a:avLst/>
          </a:prstGeom>
          <a:solidFill>
            <a:srgbClr val="1E2A45"/>
          </a:solidFill>
          <a:ln w="889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ReAct Agent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246120" y="42611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· 5 Tools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1051560"/>
            <a:ext cx="2560320" cy="3931920"/>
          </a:xfrm>
          <a:prstGeom prst="rect">
            <a:avLst/>
          </a:prstGeom>
          <a:solidFill>
            <a:srgbClr val="0F1C1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0789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👩‍🎓  STUDENT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155448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554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Class &amp; View Materials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2057400"/>
            <a:ext cx="36576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37960" y="237744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Plan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89520" y="2880360"/>
            <a:ext cx="36576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320040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Topic Study Session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589520" y="3703320"/>
            <a:ext cx="36576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37960" y="4023360"/>
            <a:ext cx="2194560" cy="502920"/>
          </a:xfrm>
          <a:prstGeom prst="rect">
            <a:avLst/>
          </a:prstGeom>
          <a:solidFill>
            <a:srgbClr val="1E2A45"/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3796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Unlock Next Topic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98064" y="2578608"/>
            <a:ext cx="25603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0760" y="2578608"/>
            <a:ext cx="25603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1488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053328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feedback: weak topics · mastery scores · session data  →  Teacher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60520" cy="1828800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416052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7 SPA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Dashboard, Class Detail, Study Plan, Session Chat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Upload PDFs, Vectorize, Set Milestones, Analytics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 + Tailwind CSS 4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toast notifications (react-hot-toast)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60520" cy="182880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6052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 (Node.js)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REST API with JWT role-based auth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User, Class, StudySession, StudyPlan, Material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plan: milestone-linked topics with status tracking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Auto-vectorize materials on upload via form-data POST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endpoints: topic mastery, weak areas, CSV export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60520" cy="1828800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63240"/>
            <a:ext cx="416052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GenAI Service (FastAPI)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53872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→ PyPDF2 chunk extraction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all-MiniLM-L6-v2 for text embeddings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one collection per class (class_{classId})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ReAct agent with 5 tool functions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RAG fallback when agent loop fails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60520" cy="1828800"/>
          </a:xfrm>
          <a:prstGeom prst="rect">
            <a:avLst/>
          </a:prstGeom>
          <a:solidFill>
            <a:srgbClr val="1E2A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63240"/>
            <a:ext cx="4160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Teacher Analytics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53872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topic mastery heatmap (planned)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 alerts auto-generated from session logs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 compliance tracking per milestone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&amp; confidence metrics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→ Power BI integration (end-sem)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—  Full Detail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274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 EVALUATION 2025–26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2743200" cy="384048"/>
          </a:xfrm>
          <a:prstGeom prst="rect">
            <a:avLst/>
          </a:prstGeom>
          <a:solidFill>
            <a:srgbClr val="1E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54680" y="1078992"/>
            <a:ext cx="2743200" cy="384048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80760" y="1078992"/>
            <a:ext cx="2743200" cy="384048"/>
          </a:xfrm>
          <a:prstGeom prst="rect">
            <a:avLst/>
          </a:prstGeom>
          <a:solidFill>
            <a:srgbClr val="1E2A4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0789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/ ML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" y="1572768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1572768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572768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57276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1975104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975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1975104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975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975104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97510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ReAct 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377440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3774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54680" y="2377440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3774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377440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0488" y="23774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(llama-3.1-8b-instant)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2779776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7797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2779776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7797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uploads)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80760" y="2779776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779776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 (plans)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3182112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31821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54680" y="3182112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64408" y="31821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form-data (multipart)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0" y="3182112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0488" y="3182112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all-MiniLM-L6-v2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28600" y="3584448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35844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react-hot-toast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54680" y="3584448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64408" y="35844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(teacher/student)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080760" y="3584448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0488" y="358444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(vector store)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" y="3986784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" y="3986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icons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154680" y="3986784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64408" y="3986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Axios (frontend)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80760" y="3986784"/>
            <a:ext cx="2743200" cy="384048"/>
          </a:xfrm>
          <a:prstGeom prst="rect">
            <a:avLst/>
          </a:prstGeom>
          <a:solidFill>
            <a:srgbClr val="0D1B2A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0488" y="3986784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(PDF parsing)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4389120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4389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(analytics)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154680" y="4389120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64408" y="4389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Session, Plan models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080760" y="4389120"/>
            <a:ext cx="2743200" cy="384048"/>
          </a:xfrm>
          <a:prstGeom prst="rect">
            <a:avLst/>
          </a:prstGeom>
          <a:solidFill>
            <a:srgbClr val="1E2A45"/>
          </a:solidFill>
          <a:ln w="381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90488" y="43891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+ CORS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1E2A45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All services communicate via REST APIs. GenAI service is independently deployable on any Python 3.10+ environment.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182880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46120"/>
            <a:ext cx="1828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50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with 5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3246120"/>
            <a:ext cx="182880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3246120"/>
            <a:ext cx="1828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146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050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Teaches from course PDFs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182880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246120"/>
            <a:ext cx="1828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4050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weak area alerts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0" y="3246120"/>
            <a:ext cx="1828800" cy="1417320"/>
          </a:xfrm>
          <a:prstGeom prst="rect">
            <a:avLst/>
          </a:prstGeom>
          <a:solidFill>
            <a:srgbClr val="1E2A45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29400" y="3246120"/>
            <a:ext cx="18288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337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2940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Plans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29400" y="40507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learning roadmap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Study Planner  |  Angelina  |  Pre-Final Year  |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Study Planner – Mid-Semester Evaluation</dc:title>
  <dc:subject>PptxGenJS Presentation</dc:subject>
  <dc:creator>Angelina</dc:creator>
  <cp:lastModifiedBy>Angelina</cp:lastModifiedBy>
  <cp:revision>1</cp:revision>
  <dcterms:created xsi:type="dcterms:W3CDTF">2026-04-06T13:36:38Z</dcterms:created>
  <dcterms:modified xsi:type="dcterms:W3CDTF">2026-04-06T13:36:38Z</dcterms:modified>
</cp:coreProperties>
</file>